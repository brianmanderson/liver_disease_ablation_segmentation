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</p:sldIdLst>
  <p:sldSz cx="36576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33" d="100"/>
          <a:sy n="33" d="100"/>
        </p:scale>
        <p:origin x="384" y="-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6"/>
            <a:ext cx="31089600" cy="12733867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9210869"/>
            <a:ext cx="27432000" cy="8830731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24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22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9118611"/>
            <a:ext cx="31546800" cy="15214597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24477144"/>
            <a:ext cx="31546800" cy="8000997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/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75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50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9736667"/>
            <a:ext cx="15544800" cy="2320713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9736667"/>
            <a:ext cx="15544800" cy="2320713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095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947342"/>
            <a:ext cx="31546800" cy="706966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8966203"/>
            <a:ext cx="15473360" cy="4394197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3360400"/>
            <a:ext cx="15473360" cy="1965113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8966203"/>
            <a:ext cx="15549564" cy="4394197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3360400"/>
            <a:ext cx="15549564" cy="1965113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402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45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130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2438400"/>
            <a:ext cx="11796712" cy="85344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5266275"/>
            <a:ext cx="18516600" cy="25992667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10972800"/>
            <a:ext cx="11796712" cy="20328469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44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2438400"/>
            <a:ext cx="11796712" cy="85344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5266275"/>
            <a:ext cx="18516600" cy="25992667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10972800"/>
            <a:ext cx="11796712" cy="20328469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0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0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947334"/>
            <a:ext cx="7886700" cy="3099646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947334"/>
            <a:ext cx="23202900" cy="3099646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43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947342"/>
            <a:ext cx="3154680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9736667"/>
            <a:ext cx="3154680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33900542"/>
            <a:ext cx="82296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380E-2143-4096-B547-DE8B390321C5}" type="datetimeFigureOut">
              <a:rPr lang="en-US" smtClean="0"/>
              <a:t>7/27/2020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33900542"/>
            <a:ext cx="123444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33900542"/>
            <a:ext cx="82296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0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5799344" y="9142889"/>
            <a:ext cx="6729413" cy="2876550"/>
            <a:chOff x="1683067" y="2631599"/>
            <a:chExt cx="6729413" cy="2876550"/>
          </a:xfrm>
        </p:grpSpPr>
        <p:pic>
          <p:nvPicPr>
            <p:cNvPr id="8" name="Content Placeholder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83067" y="2631599"/>
              <a:ext cx="3476625" cy="287655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9070" y="2631599"/>
              <a:ext cx="2823410" cy="2870272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2042024" y="1851751"/>
            <a:ext cx="7896089" cy="4444628"/>
            <a:chOff x="2042024" y="1851751"/>
            <a:chExt cx="7896089" cy="4444628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42024" y="1851751"/>
              <a:ext cx="3927702" cy="4442569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41473" y="1851751"/>
              <a:ext cx="3596640" cy="4444628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4672328" y="14960601"/>
            <a:ext cx="11127016" cy="4417906"/>
            <a:chOff x="12678173" y="17056101"/>
            <a:chExt cx="11127016" cy="4417906"/>
          </a:xfrm>
        </p:grpSpPr>
        <p:sp>
          <p:nvSpPr>
            <p:cNvPr id="20" name="Rectangle 19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/>
            <p:cNvCxnSpPr>
              <a:stCxn id="31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22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3" idx="2"/>
              <a:endCxn id="31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7995845" y="19152314"/>
              <a:ext cx="11056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activation</a:t>
              </a:r>
              <a:endParaRPr lang="en-US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123428" y="21072084"/>
              <a:ext cx="11056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activation</a:t>
              </a:r>
              <a:endParaRPr lang="en-US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660786" y="17622118"/>
              <a:ext cx="1819729" cy="11560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64-d</a:t>
              </a:r>
              <a:endParaRPr lang="en-US" dirty="0"/>
            </a:p>
          </p:txBody>
        </p:sp>
        <p:sp>
          <p:nvSpPr>
            <p:cNvPr id="30" name="Curved Up Arrow 29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+</a:t>
              </a:r>
              <a:endParaRPr lang="en-US" sz="2400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350091" y="17056101"/>
              <a:ext cx="12324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Residual</a:t>
              </a:r>
              <a:endParaRPr lang="en-US" sz="2400" dirty="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cxnSp>
          <p:nvCxnSpPr>
            <p:cNvPr id="36" name="Straight Arrow Connector 35"/>
            <p:cNvCxnSpPr>
              <a:stCxn id="34" idx="2"/>
              <a:endCxn id="35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endCxn id="34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5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14300572" y="19178695"/>
              <a:ext cx="11056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activation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422102" y="20786421"/>
              <a:ext cx="11056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activation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3980847" y="17606162"/>
              <a:ext cx="1819729" cy="1156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64-d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743868" y="17095828"/>
              <a:ext cx="117301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‘Vanilla’</a:t>
              </a:r>
              <a:endParaRPr lang="en-US" sz="2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>
              <a:endCxn id="47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Curved Up Arrow 44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Concat</a:t>
              </a:r>
              <a:endParaRPr lang="en-US" dirty="0"/>
            </a:p>
          </p:txBody>
        </p:sp>
        <p:cxnSp>
          <p:nvCxnSpPr>
            <p:cNvPr id="48" name="Straight Arrow Connector 47"/>
            <p:cNvCxnSpPr>
              <a:stCxn id="47" idx="2"/>
              <a:endCxn id="46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50" idx="2"/>
              <a:endCxn id="51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sp>
          <p:nvSpPr>
            <p:cNvPr id="52" name="Curved Up Arrow 51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/>
            <p:cNvCxnSpPr>
              <a:stCxn id="46" idx="2"/>
              <a:endCxn id="54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Concat</a:t>
              </a:r>
              <a:endParaRPr lang="en-US" dirty="0"/>
            </a:p>
          </p:txBody>
        </p:sp>
        <p:sp>
          <p:nvSpPr>
            <p:cNvPr id="55" name="Curved Up Arrow 54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Convolution</a:t>
              </a:r>
              <a:endParaRPr lang="en-US" dirty="0"/>
            </a:p>
          </p:txBody>
        </p:sp>
        <p:cxnSp>
          <p:nvCxnSpPr>
            <p:cNvPr id="57" name="Straight Arrow Connector 56"/>
            <p:cNvCxnSpPr>
              <a:stCxn id="56" idx="2"/>
              <a:endCxn id="58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Concat</a:t>
              </a:r>
              <a:endParaRPr lang="en-US" dirty="0"/>
            </a:p>
          </p:txBody>
        </p:sp>
        <p:cxnSp>
          <p:nvCxnSpPr>
            <p:cNvPr id="59" name="Straight Arrow Connector 58"/>
            <p:cNvCxnSpPr>
              <a:stCxn id="54" idx="2"/>
              <a:endCxn id="56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Curved Up Arrow 59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1" name="Curved Up Arrow 60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2" name="Curved Up Arrow 61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0900153" y="17184994"/>
              <a:ext cx="9637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Dense</a:t>
              </a:r>
              <a:endParaRPr lang="en-US" sz="2400" dirty="0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191097" y="17938504"/>
              <a:ext cx="1220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  <a:endParaRPr lang="en-US" sz="1400" dirty="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228845" y="19075656"/>
              <a:ext cx="1220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  <a:endParaRPr lang="en-US" sz="1400" dirty="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0231262" y="20195149"/>
              <a:ext cx="1220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  <a:endParaRPr lang="en-US" sz="1400" dirty="0"/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1271685" y="8611915"/>
            <a:ext cx="7026495" cy="4136775"/>
            <a:chOff x="1271685" y="8611915"/>
            <a:chExt cx="7026495" cy="4136775"/>
          </a:xfrm>
        </p:grpSpPr>
        <p:pic>
          <p:nvPicPr>
            <p:cNvPr id="84" name="Picture 8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1685" y="8613697"/>
              <a:ext cx="3400643" cy="4131152"/>
            </a:xfrm>
            <a:prstGeom prst="rect">
              <a:avLst/>
            </a:prstGeom>
          </p:spPr>
        </p:pic>
        <p:pic>
          <p:nvPicPr>
            <p:cNvPr id="87" name="Picture 86"/>
            <p:cNvPicPr>
              <a:picLocks/>
            </p:cNvPicPr>
            <p:nvPr/>
          </p:nvPicPr>
          <p:blipFill rotWithShape="1">
            <a:blip r:embed="rId7"/>
            <a:srcRect l="9604" r="14434"/>
            <a:stretch/>
          </p:blipFill>
          <p:spPr>
            <a:xfrm>
              <a:off x="7018020" y="8611915"/>
              <a:ext cx="1280160" cy="1280160"/>
            </a:xfrm>
            <a:prstGeom prst="rect">
              <a:avLst/>
            </a:prstGeom>
          </p:spPr>
        </p:pic>
        <p:pic>
          <p:nvPicPr>
            <p:cNvPr id="88" name="Picture 87"/>
            <p:cNvPicPr>
              <a:picLocks/>
            </p:cNvPicPr>
            <p:nvPr/>
          </p:nvPicPr>
          <p:blipFill rotWithShape="1">
            <a:blip r:embed="rId8"/>
            <a:srcRect l="3316" r="4289"/>
            <a:stretch/>
          </p:blipFill>
          <p:spPr>
            <a:xfrm>
              <a:off x="7018020" y="10040223"/>
              <a:ext cx="1280160" cy="1280160"/>
            </a:xfrm>
            <a:prstGeom prst="rect">
              <a:avLst/>
            </a:prstGeom>
          </p:spPr>
        </p:pic>
        <p:pic>
          <p:nvPicPr>
            <p:cNvPr id="92" name="Content Placeholder 9"/>
            <p:cNvPicPr>
              <a:picLocks/>
            </p:cNvPicPr>
            <p:nvPr/>
          </p:nvPicPr>
          <p:blipFill rotWithShape="1">
            <a:blip r:embed="rId9"/>
            <a:srcRect l="2612" r="2040"/>
            <a:stretch/>
          </p:blipFill>
          <p:spPr>
            <a:xfrm>
              <a:off x="7018020" y="11468530"/>
              <a:ext cx="1280160" cy="1280160"/>
            </a:xfrm>
            <a:prstGeom prst="rect">
              <a:avLst/>
            </a:prstGeom>
          </p:spPr>
        </p:pic>
        <p:sp>
          <p:nvSpPr>
            <p:cNvPr id="93" name="Right Arrow 92"/>
            <p:cNvSpPr/>
            <p:nvPr/>
          </p:nvSpPr>
          <p:spPr>
            <a:xfrm>
              <a:off x="4976111" y="10210177"/>
              <a:ext cx="1691640" cy="83169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1936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245" name="Group 244"/>
          <p:cNvGrpSpPr/>
          <p:nvPr/>
        </p:nvGrpSpPr>
        <p:grpSpPr>
          <a:xfrm>
            <a:off x="4211754" y="12039925"/>
            <a:ext cx="21827999" cy="10576228"/>
            <a:chOff x="4211754" y="12039925"/>
            <a:chExt cx="21827999" cy="10576228"/>
          </a:xfrm>
        </p:grpSpPr>
        <p:sp>
          <p:nvSpPr>
            <p:cNvPr id="7" name="Rectangle 6"/>
            <p:cNvSpPr/>
            <p:nvPr/>
          </p:nvSpPr>
          <p:spPr>
            <a:xfrm>
              <a:off x="6589458" y="12975053"/>
              <a:ext cx="1165422" cy="3461047"/>
            </a:xfrm>
            <a:prstGeom prst="rect">
              <a:avLst/>
            </a:prstGeom>
            <a:noFill/>
            <a:ln w="1397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8008241" y="16973499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32</a:t>
              </a:r>
              <a:endParaRPr lang="en-US" sz="2500" dirty="0"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8898714" y="16973499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32</a:t>
              </a:r>
              <a:endParaRPr lang="en-US" sz="2500" dirty="0"/>
            </a:p>
          </p:txBody>
        </p:sp>
        <p:grpSp>
          <p:nvGrpSpPr>
            <p:cNvPr id="130" name="Group 129"/>
            <p:cNvGrpSpPr/>
            <p:nvPr/>
          </p:nvGrpSpPr>
          <p:grpSpPr>
            <a:xfrm>
              <a:off x="6168521" y="13032076"/>
              <a:ext cx="1558231" cy="4184289"/>
              <a:chOff x="18350689" y="8312592"/>
              <a:chExt cx="1558231" cy="4184289"/>
            </a:xfrm>
          </p:grpSpPr>
          <p:sp>
            <p:nvSpPr>
              <p:cNvPr id="219" name="Down Arrow 218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0" name="Rectangle 219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18350689" y="8312592"/>
                <a:ext cx="346570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 smtClean="0"/>
                  <a:t>3</a:t>
                </a:r>
                <a:endParaRPr lang="en-US" sz="2500" dirty="0"/>
              </a:p>
            </p:txBody>
          </p:sp>
          <p:sp>
            <p:nvSpPr>
              <p:cNvPr id="223" name="TextBox 222"/>
              <p:cNvSpPr txBox="1"/>
              <p:nvPr/>
            </p:nvSpPr>
            <p:spPr>
              <a:xfrm>
                <a:off x="18835092" y="8312592"/>
                <a:ext cx="50847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 smtClean="0"/>
                  <a:t>16</a:t>
                </a:r>
                <a:endParaRPr lang="en-US" sz="2500" dirty="0"/>
              </a:p>
            </p:txBody>
          </p:sp>
          <p:sp>
            <p:nvSpPr>
              <p:cNvPr id="224" name="TextBox 223"/>
              <p:cNvSpPr txBox="1"/>
              <p:nvPr/>
            </p:nvSpPr>
            <p:spPr>
              <a:xfrm>
                <a:off x="19400447" y="8312592"/>
                <a:ext cx="50847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 smtClean="0"/>
                  <a:t>16</a:t>
                </a:r>
                <a:endParaRPr lang="en-US" sz="2500" dirty="0"/>
              </a:p>
            </p:txBody>
          </p:sp>
          <p:sp>
            <p:nvSpPr>
              <p:cNvPr id="225" name="Right Arrow 224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Right Arrow 225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Rectangle 226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2" name="Right Arrow 131"/>
            <p:cNvSpPr/>
            <p:nvPr/>
          </p:nvSpPr>
          <p:spPr>
            <a:xfrm>
              <a:off x="7623670" y="18588515"/>
              <a:ext cx="388374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ight Arrow 132"/>
            <p:cNvSpPr/>
            <p:nvPr/>
          </p:nvSpPr>
          <p:spPr>
            <a:xfrm>
              <a:off x="8512912" y="18588515"/>
              <a:ext cx="388374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7373236" y="17459231"/>
              <a:ext cx="18288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8079598" y="17459231"/>
              <a:ext cx="36576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8968839" y="17459231"/>
              <a:ext cx="36576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Down Arrow 152"/>
            <p:cNvSpPr/>
            <p:nvPr/>
          </p:nvSpPr>
          <p:spPr>
            <a:xfrm flipV="1">
              <a:off x="16770017" y="20444069"/>
              <a:ext cx="409094" cy="78026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TextBox 154"/>
            <p:cNvSpPr txBox="1"/>
            <p:nvPr/>
          </p:nvSpPr>
          <p:spPr>
            <a:xfrm flipH="1">
              <a:off x="18566429" y="20403617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64</a:t>
              </a:r>
              <a:endParaRPr lang="en-US" sz="2500" dirty="0"/>
            </a:p>
          </p:txBody>
        </p:sp>
        <p:sp>
          <p:nvSpPr>
            <p:cNvPr id="159" name="Rectangle 158"/>
            <p:cNvSpPr/>
            <p:nvPr/>
          </p:nvSpPr>
          <p:spPr>
            <a:xfrm flipH="1">
              <a:off x="18641485" y="17569555"/>
              <a:ext cx="36576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/>
            <p:cNvSpPr/>
            <p:nvPr/>
          </p:nvSpPr>
          <p:spPr>
            <a:xfrm flipH="1">
              <a:off x="17708890" y="17569555"/>
              <a:ext cx="36576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1" name="Group 160"/>
            <p:cNvGrpSpPr/>
            <p:nvPr/>
          </p:nvGrpSpPr>
          <p:grpSpPr>
            <a:xfrm>
              <a:off x="16425841" y="17569555"/>
              <a:ext cx="731520" cy="2743200"/>
              <a:chOff x="28554490" y="16388363"/>
              <a:chExt cx="1463709" cy="2743200"/>
            </a:xfrm>
          </p:grpSpPr>
          <p:sp>
            <p:nvSpPr>
              <p:cNvPr id="211" name="Rectangle 21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Rectangle 21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Right Arrow 161"/>
            <p:cNvSpPr/>
            <p:nvPr/>
          </p:nvSpPr>
          <p:spPr>
            <a:xfrm>
              <a:off x="10291393" y="18171046"/>
              <a:ext cx="6030280" cy="117942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Down Arrow 163"/>
            <p:cNvSpPr/>
            <p:nvPr/>
          </p:nvSpPr>
          <p:spPr>
            <a:xfrm flipV="1">
              <a:off x="18598151" y="16732172"/>
              <a:ext cx="409094" cy="78026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TextBox 164"/>
            <p:cNvSpPr txBox="1"/>
            <p:nvPr/>
          </p:nvSpPr>
          <p:spPr>
            <a:xfrm flipH="1">
              <a:off x="18598151" y="13285547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32</a:t>
              </a:r>
              <a:endParaRPr lang="en-US" sz="2500" dirty="0"/>
            </a:p>
          </p:txBody>
        </p:sp>
        <p:sp>
          <p:nvSpPr>
            <p:cNvPr id="167" name="Right Arrow 166"/>
            <p:cNvSpPr/>
            <p:nvPr/>
          </p:nvSpPr>
          <p:spPr>
            <a:xfrm>
              <a:off x="19048936" y="14866325"/>
              <a:ext cx="388374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/>
            <p:cNvSpPr/>
            <p:nvPr/>
          </p:nvSpPr>
          <p:spPr>
            <a:xfrm flipH="1">
              <a:off x="19511678" y="13737041"/>
              <a:ext cx="18288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1" name="Group 170"/>
            <p:cNvGrpSpPr/>
            <p:nvPr/>
          </p:nvGrpSpPr>
          <p:grpSpPr>
            <a:xfrm>
              <a:off x="18608808" y="13737041"/>
              <a:ext cx="365760" cy="2743200"/>
              <a:chOff x="28554490" y="16388363"/>
              <a:chExt cx="1463709" cy="2743200"/>
            </a:xfrm>
          </p:grpSpPr>
          <p:sp>
            <p:nvSpPr>
              <p:cNvPr id="209" name="Rectangle 208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 209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2" name="TextBox 171"/>
            <p:cNvSpPr txBox="1"/>
            <p:nvPr/>
          </p:nvSpPr>
          <p:spPr>
            <a:xfrm flipH="1">
              <a:off x="19326163" y="13285547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32</a:t>
              </a:r>
              <a:endParaRPr lang="en-US" sz="2500" dirty="0"/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19780990" y="14866325"/>
              <a:ext cx="388374" cy="484632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/>
            <p:cNvSpPr/>
            <p:nvPr/>
          </p:nvSpPr>
          <p:spPr>
            <a:xfrm flipH="1">
              <a:off x="20243731" y="13737041"/>
              <a:ext cx="91440" cy="27432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/>
            <p:cNvSpPr txBox="1"/>
            <p:nvPr/>
          </p:nvSpPr>
          <p:spPr>
            <a:xfrm flipH="1">
              <a:off x="20122485" y="13285547"/>
              <a:ext cx="346570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2</a:t>
              </a:r>
            </a:p>
          </p:txBody>
        </p:sp>
        <p:sp>
          <p:nvSpPr>
            <p:cNvPr id="177" name="Right Arrow 176"/>
            <p:cNvSpPr/>
            <p:nvPr/>
          </p:nvSpPr>
          <p:spPr>
            <a:xfrm>
              <a:off x="7911092" y="14222716"/>
              <a:ext cx="10529085" cy="1343524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8" name="Group 177"/>
            <p:cNvGrpSpPr/>
            <p:nvPr/>
          </p:nvGrpSpPr>
          <p:grpSpPr>
            <a:xfrm>
              <a:off x="19724917" y="17818808"/>
              <a:ext cx="6314836" cy="4472643"/>
              <a:chOff x="19111384" y="19891693"/>
              <a:chExt cx="6314836" cy="4472643"/>
            </a:xfrm>
          </p:grpSpPr>
          <p:sp>
            <p:nvSpPr>
              <p:cNvPr id="198" name="Right Arrow 197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Down Arrow 198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Down Arrow 199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ight Arrow 200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ight Arrow 201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TextBox 202"/>
              <p:cNvSpPr txBox="1"/>
              <p:nvPr/>
            </p:nvSpPr>
            <p:spPr>
              <a:xfrm>
                <a:off x="20579984" y="19957908"/>
                <a:ext cx="313964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 err="1" smtClean="0"/>
                  <a:t>Concat</a:t>
                </a:r>
                <a:r>
                  <a:rPr lang="en-US" sz="4000" dirty="0" smtClean="0"/>
                  <a:t> or Add</a:t>
                </a:r>
                <a:endParaRPr lang="en-US" sz="4000" dirty="0"/>
              </a:p>
            </p:txBody>
          </p:sp>
          <p:sp>
            <p:nvSpPr>
              <p:cNvPr id="204" name="TextBox 203"/>
              <p:cNvSpPr txBox="1"/>
              <p:nvPr/>
            </p:nvSpPr>
            <p:spPr>
              <a:xfrm>
                <a:off x="20673025" y="20843901"/>
                <a:ext cx="42125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 err="1" smtClean="0"/>
                  <a:t>UpSampling</a:t>
                </a:r>
                <a:r>
                  <a:rPr lang="en-US" sz="4000" dirty="0" smtClean="0"/>
                  <a:t> + </a:t>
                </a:r>
                <a:r>
                  <a:rPr lang="en-US" sz="4000" dirty="0" err="1" smtClean="0"/>
                  <a:t>Conv</a:t>
                </a:r>
                <a:endParaRPr lang="en-US" sz="4000" dirty="0"/>
              </a:p>
            </p:txBody>
          </p:sp>
          <p:sp>
            <p:nvSpPr>
              <p:cNvPr id="205" name="TextBox 204"/>
              <p:cNvSpPr txBox="1"/>
              <p:nvPr/>
            </p:nvSpPr>
            <p:spPr>
              <a:xfrm>
                <a:off x="20679924" y="21729894"/>
                <a:ext cx="283552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 err="1" smtClean="0"/>
                  <a:t>Strided</a:t>
                </a:r>
                <a:r>
                  <a:rPr lang="en-US" sz="4000" dirty="0" smtClean="0"/>
                  <a:t> </a:t>
                </a:r>
                <a:r>
                  <a:rPr lang="en-US" sz="4000" dirty="0" err="1" smtClean="0"/>
                  <a:t>Conv</a:t>
                </a:r>
                <a:endParaRPr lang="en-US" sz="4000" dirty="0"/>
              </a:p>
            </p:txBody>
          </p:sp>
          <p:sp>
            <p:nvSpPr>
              <p:cNvPr id="206" name="TextBox 205"/>
              <p:cNvSpPr txBox="1"/>
              <p:nvPr/>
            </p:nvSpPr>
            <p:spPr>
              <a:xfrm>
                <a:off x="20683772" y="22537093"/>
                <a:ext cx="381713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 smtClean="0"/>
                  <a:t>Conv 3x3x3, </a:t>
                </a:r>
                <a:r>
                  <a:rPr lang="en-US" sz="4000" dirty="0" err="1" smtClean="0"/>
                  <a:t>ReLu</a:t>
                </a:r>
                <a:endParaRPr lang="en-US" sz="4000" dirty="0"/>
              </a:p>
            </p:txBody>
          </p:sp>
          <p:sp>
            <p:nvSpPr>
              <p:cNvPr id="207" name="TextBox 206"/>
              <p:cNvSpPr txBox="1"/>
              <p:nvPr/>
            </p:nvSpPr>
            <p:spPr>
              <a:xfrm>
                <a:off x="20685219" y="23378229"/>
                <a:ext cx="448026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 smtClean="0"/>
                  <a:t>Conv 1x1x1, </a:t>
                </a:r>
                <a:r>
                  <a:rPr lang="en-US" sz="4000" dirty="0" err="1" smtClean="0"/>
                  <a:t>softmax</a:t>
                </a:r>
                <a:endParaRPr lang="en-US" sz="4000" dirty="0"/>
              </a:p>
            </p:txBody>
          </p:sp>
          <p:sp>
            <p:nvSpPr>
              <p:cNvPr id="208" name="Rectangle 207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9" name="Down Arrow 178"/>
            <p:cNvSpPr/>
            <p:nvPr/>
          </p:nvSpPr>
          <p:spPr>
            <a:xfrm>
              <a:off x="9834345" y="20444069"/>
              <a:ext cx="409094" cy="780264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9164218" y="21318478"/>
              <a:ext cx="1828800" cy="685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11165404" y="21419062"/>
              <a:ext cx="914400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12252190" y="21318478"/>
              <a:ext cx="2286000" cy="685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13110746" y="22139099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64</a:t>
              </a:r>
              <a:endParaRPr lang="en-US" sz="2500" dirty="0"/>
            </a:p>
          </p:txBody>
        </p:sp>
        <p:sp>
          <p:nvSpPr>
            <p:cNvPr id="187" name="Right Arrow 186"/>
            <p:cNvSpPr/>
            <p:nvPr/>
          </p:nvSpPr>
          <p:spPr>
            <a:xfrm>
              <a:off x="14710576" y="21436847"/>
              <a:ext cx="914400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5797362" y="21301743"/>
              <a:ext cx="2286000" cy="685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6648888" y="22074412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64</a:t>
              </a:r>
              <a:endParaRPr lang="en-US" sz="2500" dirty="0"/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9784655" y="16959976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32</a:t>
              </a:r>
              <a:endParaRPr lang="en-US" sz="2500" dirty="0"/>
            </a:p>
          </p:txBody>
        </p:sp>
        <p:sp>
          <p:nvSpPr>
            <p:cNvPr id="232" name="Right Arrow 231"/>
            <p:cNvSpPr/>
            <p:nvPr/>
          </p:nvSpPr>
          <p:spPr>
            <a:xfrm>
              <a:off x="9402153" y="18584176"/>
              <a:ext cx="388374" cy="484632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9858080" y="17454892"/>
              <a:ext cx="365760" cy="2743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9790614" y="22004278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64</a:t>
              </a:r>
              <a:endParaRPr lang="en-US" sz="2500" dirty="0"/>
            </a:p>
          </p:txBody>
        </p:sp>
        <p:sp>
          <p:nvSpPr>
            <p:cNvPr id="6" name="Down Arrow 5"/>
            <p:cNvSpPr/>
            <p:nvPr/>
          </p:nvSpPr>
          <p:spPr>
            <a:xfrm rot="4733698">
              <a:off x="12612654" y="7895566"/>
              <a:ext cx="2125169" cy="10413888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5400" dirty="0"/>
                <a:t># of Convolution Blocks</a:t>
              </a:r>
              <a:endParaRPr lang="en-US" sz="5400" dirty="0"/>
            </a:p>
          </p:txBody>
        </p:sp>
        <p:sp>
          <p:nvSpPr>
            <p:cNvPr id="239" name="TextBox 238"/>
            <p:cNvSpPr txBox="1"/>
            <p:nvPr/>
          </p:nvSpPr>
          <p:spPr>
            <a:xfrm flipH="1">
              <a:off x="17633517" y="20406548"/>
              <a:ext cx="508473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 smtClean="0"/>
                <a:t>64</a:t>
              </a:r>
              <a:endParaRPr lang="en-US" sz="2500" dirty="0"/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4211754" y="14509757"/>
              <a:ext cx="182165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 smtClean="0"/>
                <a:t>Layer 0</a:t>
              </a:r>
              <a:endParaRPr lang="en-US" sz="4400" dirty="0"/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4212588" y="17905592"/>
              <a:ext cx="182165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 smtClean="0"/>
                <a:t>Layer 1</a:t>
              </a:r>
              <a:endParaRPr lang="en-US" sz="4400" dirty="0"/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4211754" y="21301427"/>
              <a:ext cx="182165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 smtClean="0"/>
                <a:t>Layer 2</a:t>
              </a:r>
              <a:endParaRPr lang="en-US" sz="4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0820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1330</TotalTime>
  <Words>72</Words>
  <Application>Microsoft Office PowerPoint</Application>
  <PresentationFormat>Custom</PresentationFormat>
  <Paragraphs>47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>M. D. Anderson Cancer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Anderson,Brian M</dc:creator>
  <cp:lastModifiedBy>Anderson,Brian M</cp:lastModifiedBy>
  <cp:revision>11</cp:revision>
  <dcterms:created xsi:type="dcterms:W3CDTF">2020-07-27T21:45:52Z</dcterms:created>
  <dcterms:modified xsi:type="dcterms:W3CDTF">2020-07-28T19:56:30Z</dcterms:modified>
</cp:coreProperties>
</file>