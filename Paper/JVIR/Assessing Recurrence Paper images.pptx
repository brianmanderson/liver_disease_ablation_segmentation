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2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5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4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2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7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4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7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0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9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CE7D2-9B7D-4EA6-848A-9E24EBFC54E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B1ADA-FDB0-4E46-9948-9B129194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2428716"/>
            <a:ext cx="5400675" cy="2962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214" y="1935916"/>
            <a:ext cx="6064566" cy="345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29549" y="2428715"/>
            <a:ext cx="11668609" cy="2962275"/>
            <a:chOff x="229549" y="2428715"/>
            <a:chExt cx="11668609" cy="2962275"/>
          </a:xfrm>
        </p:grpSpPr>
        <p:pic>
          <p:nvPicPr>
            <p:cNvPr id="4" name="Content Placeholder 3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7483" y="2428715"/>
              <a:ext cx="5400675" cy="29622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t="13441"/>
            <a:stretch/>
          </p:blipFill>
          <p:spPr>
            <a:xfrm>
              <a:off x="229549" y="2428715"/>
              <a:ext cx="6006944" cy="2962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145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2392679" y="133005"/>
            <a:ext cx="7266709" cy="6508864"/>
            <a:chOff x="2392679" y="133005"/>
            <a:chExt cx="7266709" cy="6508864"/>
          </a:xfrm>
        </p:grpSpPr>
        <p:grpSp>
          <p:nvGrpSpPr>
            <p:cNvPr id="17" name="Group 16"/>
            <p:cNvGrpSpPr/>
            <p:nvPr/>
          </p:nvGrpSpPr>
          <p:grpSpPr>
            <a:xfrm>
              <a:off x="2392679" y="133005"/>
              <a:ext cx="7266709" cy="6508864"/>
              <a:chOff x="2392679" y="133005"/>
              <a:chExt cx="7266709" cy="6508864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392679" y="133005"/>
                <a:ext cx="7266709" cy="6508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07080" y="548640"/>
                <a:ext cx="2895600" cy="2743200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2267" y="548640"/>
                <a:ext cx="2635624" cy="2743200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r="47641" b="7164"/>
              <a:stretch/>
            </p:blipFill>
            <p:spPr>
              <a:xfrm>
                <a:off x="3307080" y="3589656"/>
                <a:ext cx="2895600" cy="2857016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5"/>
              <a:srcRect l="18343"/>
              <a:stretch/>
            </p:blipFill>
            <p:spPr>
              <a:xfrm>
                <a:off x="6712267" y="3589655"/>
                <a:ext cx="2635624" cy="2857017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 rot="16200000">
                <a:off x="1466745" y="1689407"/>
                <a:ext cx="2661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bg1"/>
                    </a:solidFill>
                  </a:rPr>
                  <a:t>Recurrence Imaging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 rot="16200000">
                <a:off x="1649422" y="4787330"/>
                <a:ext cx="22961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bg1"/>
                    </a:solidFill>
                  </a:rPr>
                  <a:t>Ablation Imaging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230121" y="133005"/>
                <a:ext cx="114403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CT Image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633945" y="133005"/>
                <a:ext cx="9003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3D ROI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7689601" y="2094807"/>
              <a:ext cx="1689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FF"/>
                  </a:solidFill>
                </a:rPr>
                <a:t>Cone of Interest</a:t>
              </a:r>
              <a:endParaRPr lang="en-US" dirty="0">
                <a:solidFill>
                  <a:srgbClr val="FF00FF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10045" y="2436946"/>
              <a:ext cx="1248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00B0F0"/>
                  </a:solidFill>
                </a:rPr>
                <a:t>Recurrence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47037" y="2761954"/>
              <a:ext cx="9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00B050"/>
                  </a:solidFill>
                </a:rPr>
                <a:t>Ablation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38612" y="5329932"/>
              <a:ext cx="1689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Cone of Interest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31081" y="5672071"/>
              <a:ext cx="1704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3D 5mm Margin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96048" y="5997079"/>
              <a:ext cx="9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92D050"/>
                  </a:solidFill>
                </a:rPr>
                <a:t>Ablation</a:t>
              </a:r>
              <a:endParaRPr lang="en-US" dirty="0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18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M. D. Anderson Cancer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Anderson,Brian M</dc:creator>
  <cp:lastModifiedBy>Anderson,Brian M</cp:lastModifiedBy>
  <cp:revision>4</cp:revision>
  <dcterms:created xsi:type="dcterms:W3CDTF">2020-06-26T20:02:08Z</dcterms:created>
  <dcterms:modified xsi:type="dcterms:W3CDTF">2020-06-26T20:43:40Z</dcterms:modified>
</cp:coreProperties>
</file>